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8" r:id="rId3"/>
    <p:sldId id="260" r:id="rId4"/>
    <p:sldId id="259" r:id="rId5"/>
    <p:sldId id="261" r:id="rId6"/>
    <p:sldId id="262" r:id="rId7"/>
    <p:sldId id="263" r:id="rId8"/>
    <p:sldId id="269" r:id="rId9"/>
    <p:sldId id="270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BF821F-4B98-494B-A226-9B6666A52540}" v="9" dt="2026-06-03T10:41:17.3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eeshakaki2004@gmail.com" userId="cc33d8e064bfa98d" providerId="LiveId" clId="{B3A6C731-05FE-46AA-BF45-E1BC75103C66}"/>
    <pc:docChg chg="undo custSel addSld modSld">
      <pc:chgData name="ameeshakaki2004@gmail.com" userId="cc33d8e064bfa98d" providerId="LiveId" clId="{B3A6C731-05FE-46AA-BF45-E1BC75103C66}" dt="2026-06-03T10:42:20.531" v="1607" actId="14100"/>
      <pc:docMkLst>
        <pc:docMk/>
      </pc:docMkLst>
      <pc:sldChg chg="addSp delSp modSp mod">
        <pc:chgData name="ameeshakaki2004@gmail.com" userId="cc33d8e064bfa98d" providerId="LiveId" clId="{B3A6C731-05FE-46AA-BF45-E1BC75103C66}" dt="2026-06-03T09:23:20.685" v="496" actId="20577"/>
        <pc:sldMkLst>
          <pc:docMk/>
          <pc:sldMk cId="3118978469" sldId="259"/>
        </pc:sldMkLst>
        <pc:spChg chg="mod">
          <ac:chgData name="ameeshakaki2004@gmail.com" userId="cc33d8e064bfa98d" providerId="LiveId" clId="{B3A6C731-05FE-46AA-BF45-E1BC75103C66}" dt="2026-06-03T09:23:20.685" v="496" actId="20577"/>
          <ac:spMkLst>
            <pc:docMk/>
            <pc:sldMk cId="3118978469" sldId="259"/>
            <ac:spMk id="3" creationId="{FE4EEB6C-B9CD-B215-1144-ED1B5BA9CF1D}"/>
          </ac:spMkLst>
        </pc:spChg>
        <pc:spChg chg="del mod">
          <ac:chgData name="ameeshakaki2004@gmail.com" userId="cc33d8e064bfa98d" providerId="LiveId" clId="{B3A6C731-05FE-46AA-BF45-E1BC75103C66}" dt="2026-06-03T09:12:02.876" v="186" actId="931"/>
          <ac:spMkLst>
            <pc:docMk/>
            <pc:sldMk cId="3118978469" sldId="259"/>
            <ac:spMk id="4" creationId="{D77709CD-8132-9C4C-0062-60B2B403E9CE}"/>
          </ac:spMkLst>
        </pc:spChg>
        <pc:picChg chg="add mod ord">
          <ac:chgData name="ameeshakaki2004@gmail.com" userId="cc33d8e064bfa98d" providerId="LiveId" clId="{B3A6C731-05FE-46AA-BF45-E1BC75103C66}" dt="2026-06-03T09:12:02.876" v="186" actId="931"/>
          <ac:picMkLst>
            <pc:docMk/>
            <pc:sldMk cId="3118978469" sldId="259"/>
            <ac:picMk id="6" creationId="{0B9DE0C5-3012-A974-B83E-580305231CF8}"/>
          </ac:picMkLst>
        </pc:picChg>
      </pc:sldChg>
      <pc:sldChg chg="addSp delSp modSp new mod">
        <pc:chgData name="ameeshakaki2004@gmail.com" userId="cc33d8e064bfa98d" providerId="LiveId" clId="{B3A6C731-05FE-46AA-BF45-E1BC75103C66}" dt="2026-06-03T09:22:15.260" v="475" actId="5793"/>
        <pc:sldMkLst>
          <pc:docMk/>
          <pc:sldMk cId="4114804544" sldId="261"/>
        </pc:sldMkLst>
        <pc:spChg chg="mod">
          <ac:chgData name="ameeshakaki2004@gmail.com" userId="cc33d8e064bfa98d" providerId="LiveId" clId="{B3A6C731-05FE-46AA-BF45-E1BC75103C66}" dt="2026-06-03T09:13:40.140" v="209" actId="20577"/>
          <ac:spMkLst>
            <pc:docMk/>
            <pc:sldMk cId="4114804544" sldId="261"/>
            <ac:spMk id="2" creationId="{DD6BD1ED-031E-E827-3A98-DBB0C3188EC5}"/>
          </ac:spMkLst>
        </pc:spChg>
        <pc:spChg chg="mod">
          <ac:chgData name="ameeshakaki2004@gmail.com" userId="cc33d8e064bfa98d" providerId="LiveId" clId="{B3A6C731-05FE-46AA-BF45-E1BC75103C66}" dt="2026-06-03T09:22:15.260" v="475" actId="5793"/>
          <ac:spMkLst>
            <pc:docMk/>
            <pc:sldMk cId="4114804544" sldId="261"/>
            <ac:spMk id="3" creationId="{F72485C7-90C6-76C8-B8FE-32A8A7AC15D1}"/>
          </ac:spMkLst>
        </pc:spChg>
        <pc:spChg chg="del mod">
          <ac:chgData name="ameeshakaki2004@gmail.com" userId="cc33d8e064bfa98d" providerId="LiveId" clId="{B3A6C731-05FE-46AA-BF45-E1BC75103C66}" dt="2026-06-03T09:16:07.377" v="231" actId="931"/>
          <ac:spMkLst>
            <pc:docMk/>
            <pc:sldMk cId="4114804544" sldId="261"/>
            <ac:spMk id="4" creationId="{DBD92F19-7C83-CCC7-835D-C0625394B0E5}"/>
          </ac:spMkLst>
        </pc:spChg>
        <pc:picChg chg="add mod ord">
          <ac:chgData name="ameeshakaki2004@gmail.com" userId="cc33d8e064bfa98d" providerId="LiveId" clId="{B3A6C731-05FE-46AA-BF45-E1BC75103C66}" dt="2026-06-03T09:16:15.423" v="232" actId="14100"/>
          <ac:picMkLst>
            <pc:docMk/>
            <pc:sldMk cId="4114804544" sldId="261"/>
            <ac:picMk id="6" creationId="{BFC8BD89-8B17-2959-4C23-359E2F36F672}"/>
          </ac:picMkLst>
        </pc:picChg>
      </pc:sldChg>
      <pc:sldChg chg="addSp delSp modSp new mod">
        <pc:chgData name="ameeshakaki2004@gmail.com" userId="cc33d8e064bfa98d" providerId="LiveId" clId="{B3A6C731-05FE-46AA-BF45-E1BC75103C66}" dt="2026-06-03T09:36:16.505" v="782" actId="931"/>
        <pc:sldMkLst>
          <pc:docMk/>
          <pc:sldMk cId="1702469714" sldId="262"/>
        </pc:sldMkLst>
        <pc:spChg chg="mod">
          <ac:chgData name="ameeshakaki2004@gmail.com" userId="cc33d8e064bfa98d" providerId="LiveId" clId="{B3A6C731-05FE-46AA-BF45-E1BC75103C66}" dt="2026-06-03T09:23:40.144" v="514" actId="14100"/>
          <ac:spMkLst>
            <pc:docMk/>
            <pc:sldMk cId="1702469714" sldId="262"/>
            <ac:spMk id="2" creationId="{985D39FA-167D-9653-9051-9077C983BC21}"/>
          </ac:spMkLst>
        </pc:spChg>
        <pc:spChg chg="mod">
          <ac:chgData name="ameeshakaki2004@gmail.com" userId="cc33d8e064bfa98d" providerId="LiveId" clId="{B3A6C731-05FE-46AA-BF45-E1BC75103C66}" dt="2026-06-03T09:34:54.257" v="781" actId="20577"/>
          <ac:spMkLst>
            <pc:docMk/>
            <pc:sldMk cId="1702469714" sldId="262"/>
            <ac:spMk id="3" creationId="{7D785B66-4D07-6C23-0928-69FAE96BC3FF}"/>
          </ac:spMkLst>
        </pc:spChg>
        <pc:spChg chg="del mod">
          <ac:chgData name="ameeshakaki2004@gmail.com" userId="cc33d8e064bfa98d" providerId="LiveId" clId="{B3A6C731-05FE-46AA-BF45-E1BC75103C66}" dt="2026-06-03T09:36:16.505" v="782" actId="931"/>
          <ac:spMkLst>
            <pc:docMk/>
            <pc:sldMk cId="1702469714" sldId="262"/>
            <ac:spMk id="4" creationId="{32CD3D63-FDC2-0938-B46B-D5AE9FD059A8}"/>
          </ac:spMkLst>
        </pc:spChg>
        <pc:picChg chg="add mod ord">
          <ac:chgData name="ameeshakaki2004@gmail.com" userId="cc33d8e064bfa98d" providerId="LiveId" clId="{B3A6C731-05FE-46AA-BF45-E1BC75103C66}" dt="2026-06-03T09:36:16.505" v="782" actId="931"/>
          <ac:picMkLst>
            <pc:docMk/>
            <pc:sldMk cId="1702469714" sldId="262"/>
            <ac:picMk id="6" creationId="{8F98F7D1-8E13-2308-ADB1-5A51863E1055}"/>
          </ac:picMkLst>
        </pc:picChg>
      </pc:sldChg>
      <pc:sldChg chg="addSp delSp modSp new mod">
        <pc:chgData name="ameeshakaki2004@gmail.com" userId="cc33d8e064bfa98d" providerId="LiveId" clId="{B3A6C731-05FE-46AA-BF45-E1BC75103C66}" dt="2026-06-03T09:41:12.169" v="857" actId="20577"/>
        <pc:sldMkLst>
          <pc:docMk/>
          <pc:sldMk cId="3982470162" sldId="263"/>
        </pc:sldMkLst>
        <pc:spChg chg="mod">
          <ac:chgData name="ameeshakaki2004@gmail.com" userId="cc33d8e064bfa98d" providerId="LiveId" clId="{B3A6C731-05FE-46AA-BF45-E1BC75103C66}" dt="2026-06-03T09:39:49.818" v="803" actId="20577"/>
          <ac:spMkLst>
            <pc:docMk/>
            <pc:sldMk cId="3982470162" sldId="263"/>
            <ac:spMk id="2" creationId="{18BF9871-721B-AC0A-0F4C-F8086377F992}"/>
          </ac:spMkLst>
        </pc:spChg>
        <pc:spChg chg="mod">
          <ac:chgData name="ameeshakaki2004@gmail.com" userId="cc33d8e064bfa98d" providerId="LiveId" clId="{B3A6C731-05FE-46AA-BF45-E1BC75103C66}" dt="2026-06-03T09:41:12.169" v="857" actId="20577"/>
          <ac:spMkLst>
            <pc:docMk/>
            <pc:sldMk cId="3982470162" sldId="263"/>
            <ac:spMk id="3" creationId="{6BDFA1AD-230F-3394-7648-5C6A7AD1922E}"/>
          </ac:spMkLst>
        </pc:spChg>
        <pc:spChg chg="del mod">
          <ac:chgData name="ameeshakaki2004@gmail.com" userId="cc33d8e064bfa98d" providerId="LiveId" clId="{B3A6C731-05FE-46AA-BF45-E1BC75103C66}" dt="2026-06-03T09:40:29.849" v="822" actId="931"/>
          <ac:spMkLst>
            <pc:docMk/>
            <pc:sldMk cId="3982470162" sldId="263"/>
            <ac:spMk id="4" creationId="{6D9DBFAF-CEC5-8F17-7EA9-88A21EC77762}"/>
          </ac:spMkLst>
        </pc:spChg>
        <pc:picChg chg="add mod ord">
          <ac:chgData name="ameeshakaki2004@gmail.com" userId="cc33d8e064bfa98d" providerId="LiveId" clId="{B3A6C731-05FE-46AA-BF45-E1BC75103C66}" dt="2026-06-03T09:40:47.318" v="828" actId="14100"/>
          <ac:picMkLst>
            <pc:docMk/>
            <pc:sldMk cId="3982470162" sldId="263"/>
            <ac:picMk id="6" creationId="{4E3C83FB-17C3-0A8A-D35D-EC8E2AAD6BC9}"/>
          </ac:picMkLst>
        </pc:picChg>
      </pc:sldChg>
      <pc:sldChg chg="addSp delSp modSp new mod">
        <pc:chgData name="ameeshakaki2004@gmail.com" userId="cc33d8e064bfa98d" providerId="LiveId" clId="{B3A6C731-05FE-46AA-BF45-E1BC75103C66}" dt="2026-06-03T09:58:45.670" v="1220" actId="5793"/>
        <pc:sldMkLst>
          <pc:docMk/>
          <pc:sldMk cId="1349100618" sldId="264"/>
        </pc:sldMkLst>
        <pc:spChg chg="mod">
          <ac:chgData name="ameeshakaki2004@gmail.com" userId="cc33d8e064bfa98d" providerId="LiveId" clId="{B3A6C731-05FE-46AA-BF45-E1BC75103C66}" dt="2026-06-03T09:52:52.029" v="993" actId="14100"/>
          <ac:spMkLst>
            <pc:docMk/>
            <pc:sldMk cId="1349100618" sldId="264"/>
            <ac:spMk id="2" creationId="{784BE227-CF3F-43D4-461B-7D6CD1E3DD78}"/>
          </ac:spMkLst>
        </pc:spChg>
        <pc:spChg chg="mod">
          <ac:chgData name="ameeshakaki2004@gmail.com" userId="cc33d8e064bfa98d" providerId="LiveId" clId="{B3A6C731-05FE-46AA-BF45-E1BC75103C66}" dt="2026-06-03T09:58:45.670" v="1220" actId="5793"/>
          <ac:spMkLst>
            <pc:docMk/>
            <pc:sldMk cId="1349100618" sldId="264"/>
            <ac:spMk id="3" creationId="{79835E9E-80AE-987F-F6B0-CF552244915D}"/>
          </ac:spMkLst>
        </pc:spChg>
        <pc:spChg chg="del mod">
          <ac:chgData name="ameeshakaki2004@gmail.com" userId="cc33d8e064bfa98d" providerId="LiveId" clId="{B3A6C731-05FE-46AA-BF45-E1BC75103C66}" dt="2026-06-03T09:57:45.500" v="1175" actId="931"/>
          <ac:spMkLst>
            <pc:docMk/>
            <pc:sldMk cId="1349100618" sldId="264"/>
            <ac:spMk id="4" creationId="{500F09AC-1E53-48C1-4ECB-46B7AE3CC266}"/>
          </ac:spMkLst>
        </pc:spChg>
        <pc:picChg chg="add mod ord">
          <ac:chgData name="ameeshakaki2004@gmail.com" userId="cc33d8e064bfa98d" providerId="LiveId" clId="{B3A6C731-05FE-46AA-BF45-E1BC75103C66}" dt="2026-06-03T09:57:51.698" v="1177" actId="14100"/>
          <ac:picMkLst>
            <pc:docMk/>
            <pc:sldMk cId="1349100618" sldId="264"/>
            <ac:picMk id="6" creationId="{A1548201-A40C-C0E0-0708-47B5A3F395CF}"/>
          </ac:picMkLst>
        </pc:picChg>
      </pc:sldChg>
      <pc:sldChg chg="addSp delSp modSp new mod">
        <pc:chgData name="ameeshakaki2004@gmail.com" userId="cc33d8e064bfa98d" providerId="LiveId" clId="{B3A6C731-05FE-46AA-BF45-E1BC75103C66}" dt="2026-06-03T09:57:01.870" v="1174" actId="20577"/>
        <pc:sldMkLst>
          <pc:docMk/>
          <pc:sldMk cId="788407878" sldId="265"/>
        </pc:sldMkLst>
        <pc:spChg chg="mod">
          <ac:chgData name="ameeshakaki2004@gmail.com" userId="cc33d8e064bfa98d" providerId="LiveId" clId="{B3A6C731-05FE-46AA-BF45-E1BC75103C66}" dt="2026-06-03T09:50:33.049" v="965" actId="14100"/>
          <ac:spMkLst>
            <pc:docMk/>
            <pc:sldMk cId="788407878" sldId="265"/>
            <ac:spMk id="2" creationId="{0C432A86-55DE-0D6B-D314-6EA64AE4BCA3}"/>
          </ac:spMkLst>
        </pc:spChg>
        <pc:spChg chg="mod">
          <ac:chgData name="ameeshakaki2004@gmail.com" userId="cc33d8e064bfa98d" providerId="LiveId" clId="{B3A6C731-05FE-46AA-BF45-E1BC75103C66}" dt="2026-06-03T09:57:01.870" v="1174" actId="20577"/>
          <ac:spMkLst>
            <pc:docMk/>
            <pc:sldMk cId="788407878" sldId="265"/>
            <ac:spMk id="3" creationId="{A3A98FEC-862C-2B73-BB07-67826AFF537C}"/>
          </ac:spMkLst>
        </pc:spChg>
        <pc:spChg chg="del mod">
          <ac:chgData name="ameeshakaki2004@gmail.com" userId="cc33d8e064bfa98d" providerId="LiveId" clId="{B3A6C731-05FE-46AA-BF45-E1BC75103C66}" dt="2026-06-03T09:52:02.872" v="970" actId="931"/>
          <ac:spMkLst>
            <pc:docMk/>
            <pc:sldMk cId="788407878" sldId="265"/>
            <ac:spMk id="4" creationId="{DFA096FE-996A-6462-9977-E3B5B3FA750F}"/>
          </ac:spMkLst>
        </pc:spChg>
        <pc:picChg chg="add mod ord">
          <ac:chgData name="ameeshakaki2004@gmail.com" userId="cc33d8e064bfa98d" providerId="LiveId" clId="{B3A6C731-05FE-46AA-BF45-E1BC75103C66}" dt="2026-06-03T09:54:58.724" v="1066" actId="14100"/>
          <ac:picMkLst>
            <pc:docMk/>
            <pc:sldMk cId="788407878" sldId="265"/>
            <ac:picMk id="6" creationId="{23384EB0-D699-528E-B9D3-6457DB3D7D29}"/>
          </ac:picMkLst>
        </pc:picChg>
      </pc:sldChg>
      <pc:sldChg chg="addSp delSp modSp new mod">
        <pc:chgData name="ameeshakaki2004@gmail.com" userId="cc33d8e064bfa98d" providerId="LiveId" clId="{B3A6C731-05FE-46AA-BF45-E1BC75103C66}" dt="2026-06-03T09:50:20.048" v="946" actId="20577"/>
        <pc:sldMkLst>
          <pc:docMk/>
          <pc:sldMk cId="3409256352" sldId="266"/>
        </pc:sldMkLst>
        <pc:spChg chg="mod">
          <ac:chgData name="ameeshakaki2004@gmail.com" userId="cc33d8e064bfa98d" providerId="LiveId" clId="{B3A6C731-05FE-46AA-BF45-E1BC75103C66}" dt="2026-06-03T09:48:00.600" v="929" actId="14100"/>
          <ac:spMkLst>
            <pc:docMk/>
            <pc:sldMk cId="3409256352" sldId="266"/>
            <ac:spMk id="2" creationId="{0F210B68-DACF-99B4-93A4-D60D222FBBCB}"/>
          </ac:spMkLst>
        </pc:spChg>
        <pc:spChg chg="mod">
          <ac:chgData name="ameeshakaki2004@gmail.com" userId="cc33d8e064bfa98d" providerId="LiveId" clId="{B3A6C731-05FE-46AA-BF45-E1BC75103C66}" dt="2026-06-03T09:50:20.048" v="946" actId="20577"/>
          <ac:spMkLst>
            <pc:docMk/>
            <pc:sldMk cId="3409256352" sldId="266"/>
            <ac:spMk id="3" creationId="{800E62EB-F721-71A7-90F9-575F3817E24C}"/>
          </ac:spMkLst>
        </pc:spChg>
        <pc:spChg chg="del mod">
          <ac:chgData name="ameeshakaki2004@gmail.com" userId="cc33d8e064bfa98d" providerId="LiveId" clId="{B3A6C731-05FE-46AA-BF45-E1BC75103C66}" dt="2026-06-03T09:49:28.880" v="938" actId="931"/>
          <ac:spMkLst>
            <pc:docMk/>
            <pc:sldMk cId="3409256352" sldId="266"/>
            <ac:spMk id="4" creationId="{CAA7359D-803A-7F7E-AFAC-3867EFF555D4}"/>
          </ac:spMkLst>
        </pc:spChg>
        <pc:picChg chg="add mod ord">
          <ac:chgData name="ameeshakaki2004@gmail.com" userId="cc33d8e064bfa98d" providerId="LiveId" clId="{B3A6C731-05FE-46AA-BF45-E1BC75103C66}" dt="2026-06-03T09:49:37.186" v="941" actId="14100"/>
          <ac:picMkLst>
            <pc:docMk/>
            <pc:sldMk cId="3409256352" sldId="266"/>
            <ac:picMk id="6" creationId="{DBE787B2-EF24-7CA8-A9BA-B4B42BFFD2BA}"/>
          </ac:picMkLst>
        </pc:picChg>
      </pc:sldChg>
      <pc:sldChg chg="addSp delSp modSp new mod">
        <pc:chgData name="ameeshakaki2004@gmail.com" userId="cc33d8e064bfa98d" providerId="LiveId" clId="{B3A6C731-05FE-46AA-BF45-E1BC75103C66}" dt="2026-06-03T09:47:43.282" v="907" actId="20577"/>
        <pc:sldMkLst>
          <pc:docMk/>
          <pc:sldMk cId="736097829" sldId="267"/>
        </pc:sldMkLst>
        <pc:spChg chg="mod">
          <ac:chgData name="ameeshakaki2004@gmail.com" userId="cc33d8e064bfa98d" providerId="LiveId" clId="{B3A6C731-05FE-46AA-BF45-E1BC75103C66}" dt="2026-06-03T09:46:38.841" v="894" actId="14100"/>
          <ac:spMkLst>
            <pc:docMk/>
            <pc:sldMk cId="736097829" sldId="267"/>
            <ac:spMk id="2" creationId="{72374F06-3B48-D99F-F319-0CFADACE3919}"/>
          </ac:spMkLst>
        </pc:spChg>
        <pc:spChg chg="mod">
          <ac:chgData name="ameeshakaki2004@gmail.com" userId="cc33d8e064bfa98d" providerId="LiveId" clId="{B3A6C731-05FE-46AA-BF45-E1BC75103C66}" dt="2026-06-03T09:47:43.282" v="907" actId="20577"/>
          <ac:spMkLst>
            <pc:docMk/>
            <pc:sldMk cId="736097829" sldId="267"/>
            <ac:spMk id="3" creationId="{0900D34E-897A-F6C9-F4C0-8D9C6694E68D}"/>
          </ac:spMkLst>
        </pc:spChg>
        <pc:spChg chg="del mod">
          <ac:chgData name="ameeshakaki2004@gmail.com" userId="cc33d8e064bfa98d" providerId="LiveId" clId="{B3A6C731-05FE-46AA-BF45-E1BC75103C66}" dt="2026-06-03T09:47:09.041" v="901" actId="931"/>
          <ac:spMkLst>
            <pc:docMk/>
            <pc:sldMk cId="736097829" sldId="267"/>
            <ac:spMk id="4" creationId="{8C41EE0F-5566-DCA5-27E2-07E4F6DB7DB8}"/>
          </ac:spMkLst>
        </pc:spChg>
        <pc:picChg chg="add mod ord">
          <ac:chgData name="ameeshakaki2004@gmail.com" userId="cc33d8e064bfa98d" providerId="LiveId" clId="{B3A6C731-05FE-46AA-BF45-E1BC75103C66}" dt="2026-06-03T09:47:09.041" v="901" actId="931"/>
          <ac:picMkLst>
            <pc:docMk/>
            <pc:sldMk cId="736097829" sldId="267"/>
            <ac:picMk id="6" creationId="{D487C304-CB42-C211-F7C9-AB98D5DB84FA}"/>
          </ac:picMkLst>
        </pc:picChg>
      </pc:sldChg>
      <pc:sldChg chg="addSp modSp new mod">
        <pc:chgData name="ameeshakaki2004@gmail.com" userId="cc33d8e064bfa98d" providerId="LiveId" clId="{B3A6C731-05FE-46AA-BF45-E1BC75103C66}" dt="2026-06-03T09:45:37.324" v="873" actId="20577"/>
        <pc:sldMkLst>
          <pc:docMk/>
          <pc:sldMk cId="3194927636" sldId="268"/>
        </pc:sldMkLst>
        <pc:spChg chg="add mod">
          <ac:chgData name="ameeshakaki2004@gmail.com" userId="cc33d8e064bfa98d" providerId="LiveId" clId="{B3A6C731-05FE-46AA-BF45-E1BC75103C66}" dt="2026-06-03T09:45:37.324" v="873" actId="20577"/>
          <ac:spMkLst>
            <pc:docMk/>
            <pc:sldMk cId="3194927636" sldId="268"/>
            <ac:spMk id="2" creationId="{3F816B77-6A95-ACA3-9C76-615B7011E53D}"/>
          </ac:spMkLst>
        </pc:spChg>
      </pc:sldChg>
      <pc:sldChg chg="addSp delSp modSp new mod">
        <pc:chgData name="ameeshakaki2004@gmail.com" userId="cc33d8e064bfa98d" providerId="LiveId" clId="{B3A6C731-05FE-46AA-BF45-E1BC75103C66}" dt="2026-06-03T10:06:22.602" v="1530" actId="20577"/>
        <pc:sldMkLst>
          <pc:docMk/>
          <pc:sldMk cId="243166301" sldId="269"/>
        </pc:sldMkLst>
        <pc:spChg chg="mod">
          <ac:chgData name="ameeshakaki2004@gmail.com" userId="cc33d8e064bfa98d" providerId="LiveId" clId="{B3A6C731-05FE-46AA-BF45-E1BC75103C66}" dt="2026-06-03T09:59:20.032" v="1273" actId="14100"/>
          <ac:spMkLst>
            <pc:docMk/>
            <pc:sldMk cId="243166301" sldId="269"/>
            <ac:spMk id="2" creationId="{88121FB2-B158-46F9-CA65-849F4279DF38}"/>
          </ac:spMkLst>
        </pc:spChg>
        <pc:spChg chg="mod">
          <ac:chgData name="ameeshakaki2004@gmail.com" userId="cc33d8e064bfa98d" providerId="LiveId" clId="{B3A6C731-05FE-46AA-BF45-E1BC75103C66}" dt="2026-06-03T10:06:22.602" v="1530" actId="20577"/>
          <ac:spMkLst>
            <pc:docMk/>
            <pc:sldMk cId="243166301" sldId="269"/>
            <ac:spMk id="3" creationId="{6320FB13-5E0E-7730-3A28-EA75277FFEDE}"/>
          </ac:spMkLst>
        </pc:spChg>
        <pc:spChg chg="del mod">
          <ac:chgData name="ameeshakaki2004@gmail.com" userId="cc33d8e064bfa98d" providerId="LiveId" clId="{B3A6C731-05FE-46AA-BF45-E1BC75103C66}" dt="2026-06-03T10:00:43.638" v="1279" actId="931"/>
          <ac:spMkLst>
            <pc:docMk/>
            <pc:sldMk cId="243166301" sldId="269"/>
            <ac:spMk id="4" creationId="{ADEB230E-D6B5-61B1-C578-6444BC076596}"/>
          </ac:spMkLst>
        </pc:spChg>
        <pc:picChg chg="add mod ord">
          <ac:chgData name="ameeshakaki2004@gmail.com" userId="cc33d8e064bfa98d" providerId="LiveId" clId="{B3A6C731-05FE-46AA-BF45-E1BC75103C66}" dt="2026-06-03T10:04:10.742" v="1373" actId="1076"/>
          <ac:picMkLst>
            <pc:docMk/>
            <pc:sldMk cId="243166301" sldId="269"/>
            <ac:picMk id="6" creationId="{2C0DAC03-06CF-F511-83F2-0F8E8EA21521}"/>
          </ac:picMkLst>
        </pc:picChg>
        <pc:picChg chg="add mod">
          <ac:chgData name="ameeshakaki2004@gmail.com" userId="cc33d8e064bfa98d" providerId="LiveId" clId="{B3A6C731-05FE-46AA-BF45-E1BC75103C66}" dt="2026-06-03T10:04:19.382" v="1376" actId="1076"/>
          <ac:picMkLst>
            <pc:docMk/>
            <pc:sldMk cId="243166301" sldId="269"/>
            <ac:picMk id="8" creationId="{C9E93AF7-5195-7DEA-A035-E958FFE7E8C3}"/>
          </ac:picMkLst>
        </pc:picChg>
      </pc:sldChg>
      <pc:sldChg chg="addSp delSp modSp new mod">
        <pc:chgData name="ameeshakaki2004@gmail.com" userId="cc33d8e064bfa98d" providerId="LiveId" clId="{B3A6C731-05FE-46AA-BF45-E1BC75103C66}" dt="2026-06-03T10:42:20.531" v="1607" actId="14100"/>
        <pc:sldMkLst>
          <pc:docMk/>
          <pc:sldMk cId="2672297597" sldId="270"/>
        </pc:sldMkLst>
        <pc:spChg chg="mod">
          <ac:chgData name="ameeshakaki2004@gmail.com" userId="cc33d8e064bfa98d" providerId="LiveId" clId="{B3A6C731-05FE-46AA-BF45-E1BC75103C66}" dt="2026-06-03T10:08:09.154" v="1551" actId="14100"/>
          <ac:spMkLst>
            <pc:docMk/>
            <pc:sldMk cId="2672297597" sldId="270"/>
            <ac:spMk id="2" creationId="{152AEB43-2E1F-1229-9062-694F6F5B72E3}"/>
          </ac:spMkLst>
        </pc:spChg>
        <pc:spChg chg="mod">
          <ac:chgData name="ameeshakaki2004@gmail.com" userId="cc33d8e064bfa98d" providerId="LiveId" clId="{B3A6C731-05FE-46AA-BF45-E1BC75103C66}" dt="2026-06-03T10:42:16.848" v="1606" actId="20577"/>
          <ac:spMkLst>
            <pc:docMk/>
            <pc:sldMk cId="2672297597" sldId="270"/>
            <ac:spMk id="3" creationId="{5FD47176-0D5D-8A45-6BDC-FC4F51F8CCEC}"/>
          </ac:spMkLst>
        </pc:spChg>
        <pc:spChg chg="del mod">
          <ac:chgData name="ameeshakaki2004@gmail.com" userId="cc33d8e064bfa98d" providerId="LiveId" clId="{B3A6C731-05FE-46AA-BF45-E1BC75103C66}" dt="2026-06-03T10:09:35.329" v="1558" actId="931"/>
          <ac:spMkLst>
            <pc:docMk/>
            <pc:sldMk cId="2672297597" sldId="270"/>
            <ac:spMk id="4" creationId="{201FA166-A715-D342-9875-C6C489987B39}"/>
          </ac:spMkLst>
        </pc:spChg>
        <pc:spChg chg="add del mod">
          <ac:chgData name="ameeshakaki2004@gmail.com" userId="cc33d8e064bfa98d" providerId="LiveId" clId="{B3A6C731-05FE-46AA-BF45-E1BC75103C66}" dt="2026-06-03T10:11:15.384" v="1563" actId="931"/>
          <ac:spMkLst>
            <pc:docMk/>
            <pc:sldMk cId="2672297597" sldId="270"/>
            <ac:spMk id="8" creationId="{67FA7687-32F3-3A43-FA98-4A27317062A6}"/>
          </ac:spMkLst>
        </pc:spChg>
        <pc:picChg chg="add del mod ord">
          <ac:chgData name="ameeshakaki2004@gmail.com" userId="cc33d8e064bfa98d" providerId="LiveId" clId="{B3A6C731-05FE-46AA-BF45-E1BC75103C66}" dt="2026-06-03T10:10:45.605" v="1559" actId="21"/>
          <ac:picMkLst>
            <pc:docMk/>
            <pc:sldMk cId="2672297597" sldId="270"/>
            <ac:picMk id="6" creationId="{D9FADDFA-7ED2-58C2-7984-88D2ED09D4F5}"/>
          </ac:picMkLst>
        </pc:picChg>
        <pc:picChg chg="add mod ord">
          <ac:chgData name="ameeshakaki2004@gmail.com" userId="cc33d8e064bfa98d" providerId="LiveId" clId="{B3A6C731-05FE-46AA-BF45-E1BC75103C66}" dt="2026-06-03T10:42:20.531" v="1607" actId="14100"/>
          <ac:picMkLst>
            <pc:docMk/>
            <pc:sldMk cId="2672297597" sldId="270"/>
            <ac:picMk id="10" creationId="{C693C007-A604-F0CF-B484-471F3232350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DC12-357C-4E3D-9B08-396CD7A19FC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AEC70-7AA1-411D-A79D-22B40BD17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943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DC12-357C-4E3D-9B08-396CD7A19FC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AEC70-7AA1-411D-A79D-22B40BD17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814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DC12-357C-4E3D-9B08-396CD7A19FC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AEC70-7AA1-411D-A79D-22B40BD17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362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DC12-357C-4E3D-9B08-396CD7A19FC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AEC70-7AA1-411D-A79D-22B40BD17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714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DC12-357C-4E3D-9B08-396CD7A19FC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AEC70-7AA1-411D-A79D-22B40BD17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784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DC12-357C-4E3D-9B08-396CD7A19FC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AEC70-7AA1-411D-A79D-22B40BD17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831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DC12-357C-4E3D-9B08-396CD7A19FC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AEC70-7AA1-411D-A79D-22B40BD17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35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DC12-357C-4E3D-9B08-396CD7A19FC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AEC70-7AA1-411D-A79D-22B40BD17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627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DC12-357C-4E3D-9B08-396CD7A19FC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AEC70-7AA1-411D-A79D-22B40BD17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341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DC12-357C-4E3D-9B08-396CD7A19FC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AEC70-7AA1-411D-A79D-22B40BD17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252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DC12-357C-4E3D-9B08-396CD7A19FC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AEC70-7AA1-411D-A79D-22B40BD17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4471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DC12-357C-4E3D-9B08-396CD7A19FC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AEC70-7AA1-411D-A79D-22B40BD170B0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931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DC12-357C-4E3D-9B08-396CD7A19FC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AEC70-7AA1-411D-A79D-22B40BD17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0294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DC12-357C-4E3D-9B08-396CD7A19FC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AEC70-7AA1-411D-A79D-22B40BD17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8412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DC12-357C-4E3D-9B08-396CD7A19FC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AEC70-7AA1-411D-A79D-22B40BD17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581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DC12-357C-4E3D-9B08-396CD7A19FC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AEC70-7AA1-411D-A79D-22B40BD17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1673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DC12-357C-4E3D-9B08-396CD7A19FC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AEC70-7AA1-411D-A79D-22B40BD17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305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9D2DC12-357C-4E3D-9B08-396CD7A19FC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AEC70-7AA1-411D-A79D-22B40BD17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4404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8EFAC40-4A52-FA49-5040-9646DE89EC71}"/>
              </a:ext>
            </a:extLst>
          </p:cNvPr>
          <p:cNvSpPr/>
          <p:nvPr/>
        </p:nvSpPr>
        <p:spPr>
          <a:xfrm>
            <a:off x="2188028" y="4043428"/>
            <a:ext cx="1049057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effectLst>
                  <a:outerShdw dist="38100" dir="2700000" algn="bl" rotWithShape="0">
                    <a:schemeClr val="accent5"/>
                  </a:outerShdw>
                </a:effectLst>
              </a:rPr>
              <a:t>Exploratory Data Analysis </a:t>
            </a:r>
            <a:endParaRPr lang="en-US" sz="5400" b="1" cap="none" spc="0" dirty="0">
              <a:ln w="13462">
                <a:solidFill>
                  <a:schemeClr val="bg1"/>
                </a:solidFill>
                <a:prstDash val="solid"/>
              </a:ln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F2B48F-C4D4-0C78-A9CD-BC08069B17E0}"/>
              </a:ext>
            </a:extLst>
          </p:cNvPr>
          <p:cNvSpPr/>
          <p:nvPr/>
        </p:nvSpPr>
        <p:spPr>
          <a:xfrm>
            <a:off x="8714530" y="5362193"/>
            <a:ext cx="2557110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Ameesha</a:t>
            </a:r>
            <a:endParaRPr lang="en-US" sz="48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B9E3B3-1C14-39CE-B055-A931396BE1D0}"/>
              </a:ext>
            </a:extLst>
          </p:cNvPr>
          <p:cNvSpPr/>
          <p:nvPr/>
        </p:nvSpPr>
        <p:spPr>
          <a:xfrm>
            <a:off x="-592449" y="1018792"/>
            <a:ext cx="883293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NextHikes</a:t>
            </a:r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IT Solutions</a:t>
            </a:r>
            <a:endParaRPr lang="en-U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3657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0BE3C-B8B1-66AD-01C0-FBAC88829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9"/>
            <a:ext cx="9404723" cy="1005968"/>
          </a:xfrm>
        </p:spPr>
        <p:txBody>
          <a:bodyPr/>
          <a:lstStyle/>
          <a:p>
            <a:r>
              <a:rPr lang="en-US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1EFA1-9297-2223-B2F3-42969C8D6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3312" y="1589315"/>
            <a:ext cx="4396339" cy="4667024"/>
          </a:xfrm>
        </p:spPr>
        <p:txBody>
          <a:bodyPr/>
          <a:lstStyle/>
          <a:p>
            <a:r>
              <a:rPr lang="en-US" dirty="0"/>
              <a:t>Various Libraries were imported, followed by the loading dataset.</a:t>
            </a:r>
          </a:p>
          <a:p>
            <a:r>
              <a:rPr lang="en-US" dirty="0"/>
              <a:t> First five and last five rows were printed to get an overview of the dataset along with total number of rows and columns.</a:t>
            </a:r>
          </a:p>
          <a:p>
            <a:r>
              <a:rPr lang="en-US" dirty="0"/>
              <a:t> Changed the data type of “</a:t>
            </a:r>
            <a:r>
              <a:rPr lang="en-US" dirty="0" err="1"/>
              <a:t>founded_year</a:t>
            </a:r>
            <a:r>
              <a:rPr lang="en-US" dirty="0"/>
              <a:t>’ from int to str and of “</a:t>
            </a:r>
            <a:r>
              <a:rPr lang="en-US" dirty="0" err="1"/>
              <a:t>created_date</a:t>
            </a:r>
            <a:r>
              <a:rPr lang="en-US" dirty="0"/>
              <a:t>” from str to datetime.</a:t>
            </a:r>
          </a:p>
          <a:p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185861F-9B8D-3223-9A87-3AD2C37F090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5130" y="1273631"/>
            <a:ext cx="4203558" cy="23077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A77DD1D-79FC-8EA4-6CE5-8ED6E489B2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651" y="4402313"/>
            <a:ext cx="6373114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17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16B11-EB06-5D13-1973-A30D0EB41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EAD48-655B-F50A-76DA-3AA8FF21F08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Missing Data</a:t>
            </a:r>
          </a:p>
          <a:p>
            <a:pPr marL="0" indent="0">
              <a:buNone/>
            </a:pPr>
            <a:r>
              <a:rPr lang="en-US" dirty="0"/>
              <a:t>No missing data was found.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Duplicate Data</a:t>
            </a:r>
          </a:p>
          <a:p>
            <a:pPr marL="0" indent="0">
              <a:buNone/>
            </a:pPr>
            <a:r>
              <a:rPr lang="en-US" dirty="0"/>
              <a:t>No Duplicates were found.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BB7B91C-2D2F-0BBC-72AF-5D395AB4CB1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2351" y="942628"/>
            <a:ext cx="3667637" cy="24863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3CEB99-55C8-954D-FAB9-5CB43040BC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8044" y="4033226"/>
            <a:ext cx="4563112" cy="2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032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ADB71-B537-483A-BB71-8E3A4DC1E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EEB6C-B9CD-B215-1144-ED1B5BA9CF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3312" y="1404257"/>
            <a:ext cx="5275717" cy="485208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Univariate analysis is the simplest form of data analysis — it looks at one variable at a time to understand its characteristics.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Numerical Data</a:t>
            </a:r>
          </a:p>
          <a:p>
            <a:r>
              <a:rPr lang="en-US" dirty="0"/>
              <a:t>Employee count</a:t>
            </a:r>
          </a:p>
          <a:p>
            <a:pPr marL="0" indent="0">
              <a:buNone/>
            </a:pPr>
            <a:r>
              <a:rPr lang="en-US" dirty="0"/>
              <a:t>- Employee count is evenly distributed among entire range.</a:t>
            </a:r>
          </a:p>
          <a:p>
            <a:pPr marL="0" indent="0">
              <a:buNone/>
            </a:pPr>
            <a:r>
              <a:rPr lang="en-US" dirty="0"/>
              <a:t>- The Kurtosis is -1.18. Negative means it is a platykurtic distribution. </a:t>
            </a:r>
          </a:p>
          <a:p>
            <a:pPr marL="0" indent="0">
              <a:buNone/>
            </a:pPr>
            <a:r>
              <a:rPr lang="en-US" dirty="0"/>
              <a:t>- It has no such outliers.</a:t>
            </a:r>
          </a:p>
          <a:p>
            <a:pPr marL="0" indent="0">
              <a:buNone/>
            </a:pPr>
            <a:r>
              <a:rPr lang="en-US" dirty="0"/>
              <a:t>- the Maximum number of employees is 5099 which indicates that the data could be of small to medium sized companies. 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B9DE0C5-3012-A974-B83E-580305231CF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5234" y="1252538"/>
            <a:ext cx="5035958" cy="500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978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BD1ED-031E-E827-3A98-DBB0C3188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93053"/>
          </a:xfrm>
        </p:spPr>
        <p:txBody>
          <a:bodyPr/>
          <a:lstStyle/>
          <a:p>
            <a:r>
              <a:rPr lang="en-US" dirty="0"/>
              <a:t>Univariate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485C7-90C6-76C8-B8FE-32A8A7AC15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6112" y="1295401"/>
            <a:ext cx="5449888" cy="4960938"/>
          </a:xfrm>
        </p:spPr>
        <p:txBody>
          <a:bodyPr/>
          <a:lstStyle/>
          <a:p>
            <a:r>
              <a:rPr lang="en-US" dirty="0"/>
              <a:t>Customer count</a:t>
            </a:r>
          </a:p>
          <a:p>
            <a:pPr marL="0" indent="0">
              <a:buNone/>
            </a:pPr>
            <a:r>
              <a:rPr lang="en-US" dirty="0"/>
              <a:t>The data is spread equally and the maximum number of customers are more than 100000 which shows that the demand is hug for the product.</a:t>
            </a:r>
          </a:p>
          <a:p>
            <a:endParaRPr lang="en-US" dirty="0"/>
          </a:p>
          <a:p>
            <a:r>
              <a:rPr lang="en-US" dirty="0"/>
              <a:t>Market Rating</a:t>
            </a:r>
          </a:p>
          <a:p>
            <a:pPr marL="0" indent="0">
              <a:buNone/>
            </a:pPr>
            <a:r>
              <a:rPr lang="en-US" dirty="0"/>
              <a:t> The companies have an average rating of 2.5 and got very less rating as "5" which indicated the customers are not much satisfied.</a:t>
            </a:r>
          </a:p>
          <a:p>
            <a:pPr marL="0" indent="0">
              <a:buNone/>
            </a:pPr>
            <a:r>
              <a:rPr lang="en-US" dirty="0"/>
              <a:t>- Sufficient room still exists for improvement.</a:t>
            </a:r>
          </a:p>
          <a:p>
            <a:pPr marL="0" indent="0">
              <a:buNone/>
            </a:pPr>
            <a:r>
              <a:rPr lang="en-US" dirty="0"/>
              <a:t>- The companies need to come up </a:t>
            </a:r>
            <a:r>
              <a:rPr lang="en-US" dirty="0" err="1"/>
              <a:t>woth</a:t>
            </a:r>
            <a:r>
              <a:rPr lang="en-US" dirty="0"/>
              <a:t> more new ideas of branding and marketing.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FC8BD89-8B17-2959-4C23-359E2F36F6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1295400"/>
            <a:ext cx="4874309" cy="496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804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D39FA-167D-9653-9051-9077C983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75339"/>
          </a:xfrm>
        </p:spPr>
        <p:txBody>
          <a:bodyPr/>
          <a:lstStyle/>
          <a:p>
            <a:r>
              <a:rPr lang="en-US" dirty="0"/>
              <a:t>Univariate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85B66-4D07-6C23-0928-69FAE96BC3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6112" y="1328057"/>
            <a:ext cx="5536974" cy="4928281"/>
          </a:xfrm>
        </p:spPr>
        <p:txBody>
          <a:bodyPr/>
          <a:lstStyle/>
          <a:p>
            <a:r>
              <a:rPr lang="en-US" dirty="0"/>
              <a:t>Annual Revenue </a:t>
            </a:r>
          </a:p>
          <a:p>
            <a:pPr marL="0" indent="0">
              <a:buNone/>
            </a:pPr>
            <a:r>
              <a:rPr lang="en-US" dirty="0"/>
              <a:t>- Maximum revenue is 1049 millions.</a:t>
            </a:r>
          </a:p>
          <a:p>
            <a:pPr marL="0" indent="0">
              <a:buNone/>
            </a:pPr>
            <a:r>
              <a:rPr lang="en-US" dirty="0"/>
              <a:t>- Not much variations in the revenue of all the companies.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Profit Margin Percent</a:t>
            </a:r>
          </a:p>
          <a:p>
            <a:pPr marL="0" indent="0">
              <a:buNone/>
            </a:pPr>
            <a:r>
              <a:rPr lang="en-US" dirty="0"/>
              <a:t>- Maximum profit margin percent is 45%.</a:t>
            </a:r>
          </a:p>
          <a:p>
            <a:pPr marL="0" indent="0">
              <a:buNone/>
            </a:pPr>
            <a:r>
              <a:rPr lang="en-US" dirty="0"/>
              <a:t>- Minimum profit margin is 5%.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F98F7D1-8E13-2308-ADB1-5A51863E105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1286911"/>
            <a:ext cx="5399088" cy="486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469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F9871-721B-AC0A-0F4C-F8086377F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Outliers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FA1AD-230F-3394-7648-5C6A7AD192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3312" y="2138148"/>
            <a:ext cx="3544888" cy="4118190"/>
          </a:xfrm>
        </p:spPr>
        <p:txBody>
          <a:bodyPr/>
          <a:lstStyle/>
          <a:p>
            <a:r>
              <a:rPr lang="en-US" dirty="0"/>
              <a:t>Used Boxplot.</a:t>
            </a:r>
          </a:p>
          <a:p>
            <a:r>
              <a:rPr lang="en-US" dirty="0"/>
              <a:t>No outliers were detected.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E3C83FB-17C3-0A8A-D35D-EC8E2AAD6BC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2486" y="1937657"/>
            <a:ext cx="6524129" cy="4118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470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21FB2-B158-46F9-CA65-849F4279D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10025"/>
          </a:xfrm>
        </p:spPr>
        <p:txBody>
          <a:bodyPr/>
          <a:lstStyle/>
          <a:p>
            <a:r>
              <a:rPr lang="en-US" dirty="0"/>
              <a:t>Univariate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0FB13-5E0E-7730-3A28-EA75277FFE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3312" y="1262743"/>
            <a:ext cx="4669527" cy="499359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Categorical Data</a:t>
            </a:r>
          </a:p>
          <a:p>
            <a:r>
              <a:rPr lang="en-US" dirty="0"/>
              <a:t>Profit Margin Percent</a:t>
            </a:r>
          </a:p>
          <a:p>
            <a:pPr marL="0" indent="0">
              <a:buNone/>
            </a:pPr>
            <a:r>
              <a:rPr lang="en-US" dirty="0"/>
              <a:t>All industries are generating equal amount of profit.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Country</a:t>
            </a:r>
          </a:p>
          <a:p>
            <a:pPr marL="0" indent="0">
              <a:buNone/>
            </a:pPr>
            <a:r>
              <a:rPr lang="en-US" dirty="0"/>
              <a:t>There are 4 countries in which the various companies have their  product selling and are generating profit equally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C0DAC03-06CF-F511-83F2-0F8E8EA2152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52718"/>
            <a:ext cx="3458230" cy="34477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E93AF7-5195-7DEA-A035-E958FFE7E8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7224" y="3296048"/>
            <a:ext cx="3431016" cy="346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66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AEB43-2E1F-1229-9062-694F6F5B7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79475"/>
          </a:xfrm>
        </p:spPr>
        <p:txBody>
          <a:bodyPr/>
          <a:lstStyle/>
          <a:p>
            <a:r>
              <a:rPr lang="en-US" dirty="0"/>
              <a:t>Univariate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47176-0D5D-8A45-6BDC-FC4F51F8CC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3214" y="1432193"/>
            <a:ext cx="5185274" cy="4824145"/>
          </a:xfrm>
        </p:spPr>
        <p:txBody>
          <a:bodyPr/>
          <a:lstStyle/>
          <a:p>
            <a:r>
              <a:rPr lang="en-US" dirty="0"/>
              <a:t>Company Count By Industry</a:t>
            </a:r>
          </a:p>
          <a:p>
            <a:pPr marL="0" indent="0">
              <a:buNone/>
            </a:pPr>
            <a:r>
              <a:rPr lang="en-US" dirty="0"/>
              <a:t>-  No Strong Relationship Between Company and Industry.</a:t>
            </a:r>
          </a:p>
          <a:p>
            <a:pPr>
              <a:buFontTx/>
              <a:buChar char="-"/>
            </a:pPr>
            <a:r>
              <a:rPr lang="en-US" dirty="0"/>
              <a:t>Older companies do not appear to have a significant advantage in customer acquisition compared to newer companies.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Since all the companies have almost equal amount of customer count, the growth opportunities may be limited.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/>
              <a:t>-  No industry dominates the market.</a:t>
            </a:r>
          </a:p>
          <a:p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693C007-A604-F0CF-B484-471F3232350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1947" y="2357611"/>
            <a:ext cx="5464175" cy="3220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297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BE227-CF3F-43D4-461B-7D6CD1E3D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99139"/>
          </a:xfrm>
        </p:spPr>
        <p:txBody>
          <a:bodyPr/>
          <a:lstStyle/>
          <a:p>
            <a:r>
              <a:rPr lang="en-US" dirty="0"/>
              <a:t>Bivariate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35E9E-80AE-987F-F6B0-CF55224491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57943" y="1251857"/>
            <a:ext cx="5007427" cy="500448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Company count of market rating</a:t>
            </a:r>
          </a:p>
          <a:p>
            <a:pPr marL="0" indent="0">
              <a:buNone/>
            </a:pPr>
            <a:r>
              <a:rPr lang="en-US" dirty="0"/>
              <a:t>- Most rating categories have company counts between 250 and 350.</a:t>
            </a:r>
          </a:p>
          <a:p>
            <a:pPr marL="0" indent="0">
              <a:buNone/>
            </a:pPr>
            <a:r>
              <a:rPr lang="en-US" dirty="0"/>
              <a:t>- No single rating dominates the market.</a:t>
            </a:r>
          </a:p>
          <a:p>
            <a:pPr marL="0" indent="0">
              <a:buNone/>
            </a:pPr>
            <a:r>
              <a:rPr lang="en-US" dirty="0"/>
              <a:t>- More Companies got higher ratings.</a:t>
            </a:r>
          </a:p>
          <a:p>
            <a:pPr marL="0" indent="0">
              <a:buNone/>
            </a:pPr>
            <a:r>
              <a:rPr lang="en-US" dirty="0"/>
              <a:t>- The graph shows unbiased comparative analysis.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1548201-A40C-C0E0-0708-47B5A3F395C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49828"/>
            <a:ext cx="5802313" cy="4528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100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32A86-55DE-0D6B-D314-6EA64AE4B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53568"/>
          </a:xfrm>
        </p:spPr>
        <p:txBody>
          <a:bodyPr/>
          <a:lstStyle/>
          <a:p>
            <a:r>
              <a:rPr lang="en-US" dirty="0"/>
              <a:t>Bivariate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98FEC-862C-2B73-BB07-67826AFF53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3312" y="1306287"/>
            <a:ext cx="4916489" cy="4950052"/>
          </a:xfrm>
        </p:spPr>
        <p:txBody>
          <a:bodyPr>
            <a:normAutofit/>
          </a:bodyPr>
          <a:lstStyle/>
          <a:p>
            <a:r>
              <a:rPr lang="en-US" dirty="0"/>
              <a:t>Revenue vs Profit margin distribution</a:t>
            </a:r>
          </a:p>
          <a:p>
            <a:pPr marL="0" indent="0">
              <a:buNone/>
            </a:pPr>
            <a:r>
              <a:rPr lang="en-US" dirty="0"/>
              <a:t>No strong relationship between profit and revenue.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Revenue Distribution across industries</a:t>
            </a:r>
          </a:p>
          <a:p>
            <a:pPr marL="0" indent="0">
              <a:buNone/>
            </a:pPr>
            <a:r>
              <a:rPr lang="en-US" dirty="0"/>
              <a:t>-The revenue is generated in the same amount across all industries.</a:t>
            </a:r>
          </a:p>
          <a:p>
            <a:pPr marL="0" indent="0">
              <a:buNone/>
            </a:pPr>
            <a:r>
              <a:rPr lang="en-US" dirty="0"/>
              <a:t>- No industry dominates the Annual revenue pf the company.</a:t>
            </a:r>
          </a:p>
          <a:p>
            <a:pPr marL="0" indent="0">
              <a:buNone/>
            </a:pPr>
            <a:r>
              <a:rPr lang="en-US" dirty="0"/>
              <a:t>- All industries are generating the revenue above 1100 millions.</a:t>
            </a:r>
          </a:p>
          <a:p>
            <a:pPr marL="0" indent="0">
              <a:buNone/>
            </a:pPr>
            <a:r>
              <a:rPr lang="en-US" dirty="0"/>
              <a:t>- More scope for growth.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3384EB0-D699-528E-B9D3-6457DB3D7D2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1943" y="2527469"/>
            <a:ext cx="5602288" cy="348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407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10B68-DACF-99B4-93A4-D60D222FB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53568"/>
          </a:xfrm>
        </p:spPr>
        <p:txBody>
          <a:bodyPr/>
          <a:lstStyle/>
          <a:p>
            <a:r>
              <a:rPr lang="en-US" dirty="0"/>
              <a:t>Multivariate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E62EB-F721-71A7-90F9-575F3817E2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2514" y="1524001"/>
            <a:ext cx="5453743" cy="4732338"/>
          </a:xfrm>
        </p:spPr>
        <p:txBody>
          <a:bodyPr/>
          <a:lstStyle/>
          <a:p>
            <a:r>
              <a:rPr lang="en-US" dirty="0"/>
              <a:t>- Finance Industry and Retail Industry are generating maximum revenue in all the concerned countries.</a:t>
            </a:r>
          </a:p>
          <a:p>
            <a:r>
              <a:rPr lang="en-US" dirty="0"/>
              <a:t>- Manufacturing Industry is proving least revenue among the concerned countries.</a:t>
            </a:r>
          </a:p>
          <a:p>
            <a:r>
              <a:rPr lang="en-US" dirty="0"/>
              <a:t>- Overall North America has shown the better results in all the industries.</a:t>
            </a:r>
          </a:p>
          <a:p>
            <a:r>
              <a:rPr lang="en-US" dirty="0"/>
              <a:t>- More attention need to be paid to Healthcare and Manufacturing industry in Asia and Europe respectively.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BE787B2-EF24-7CA8-A9BA-B4B42BFFD2B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11086"/>
            <a:ext cx="5802086" cy="4645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256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74F06-3B48-D99F-F319-0CFADACE3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97111"/>
          </a:xfrm>
        </p:spPr>
        <p:txBody>
          <a:bodyPr/>
          <a:lstStyle/>
          <a:p>
            <a:r>
              <a:rPr lang="en-US" dirty="0"/>
              <a:t>Correlation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0D34E-897A-F6C9-F4C0-8D9C6694E6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6112" y="1426029"/>
            <a:ext cx="5449888" cy="4830309"/>
          </a:xfrm>
        </p:spPr>
        <p:txBody>
          <a:bodyPr/>
          <a:lstStyle/>
          <a:p>
            <a:r>
              <a:rPr lang="en-US" dirty="0"/>
              <a:t> All the variables are independent.</a:t>
            </a:r>
          </a:p>
          <a:p>
            <a:r>
              <a:rPr lang="en-US" dirty="0"/>
              <a:t> No variable shows any strong relationship.</a:t>
            </a:r>
          </a:p>
          <a:p>
            <a:r>
              <a:rPr lang="en-US" dirty="0"/>
              <a:t>The data is spread uniformly.</a:t>
            </a:r>
          </a:p>
          <a:p>
            <a:r>
              <a:rPr lang="en-US" dirty="0"/>
              <a:t> No cluster of data.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487C304-CB42-C211-F7C9-AB98D5DB84F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288" y="1352667"/>
            <a:ext cx="5497512" cy="490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097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816B77-6A95-ACA3-9C76-615B7011E53D}"/>
              </a:ext>
            </a:extLst>
          </p:cNvPr>
          <p:cNvSpPr/>
          <p:nvPr/>
        </p:nvSpPr>
        <p:spPr>
          <a:xfrm>
            <a:off x="4189069" y="2967335"/>
            <a:ext cx="381386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1949276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139</TotalTime>
  <Words>598</Words>
  <Application>Microsoft Office PowerPoint</Application>
  <PresentationFormat>Widescreen</PresentationFormat>
  <Paragraphs>88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Century Gothic</vt:lpstr>
      <vt:lpstr>Wingdings 3</vt:lpstr>
      <vt:lpstr>Ion</vt:lpstr>
      <vt:lpstr>PowerPoint Presentation</vt:lpstr>
      <vt:lpstr>Data Cleaning</vt:lpstr>
      <vt:lpstr>Data Cleaning</vt:lpstr>
      <vt:lpstr>Univariate Analysis</vt:lpstr>
      <vt:lpstr>Univariate Analysis</vt:lpstr>
      <vt:lpstr>Univariate Analysis</vt:lpstr>
      <vt:lpstr>Detecting Outliers</vt:lpstr>
      <vt:lpstr>Univariate Analysis</vt:lpstr>
      <vt:lpstr>Univariate Analysis</vt:lpstr>
      <vt:lpstr>Bivariate Analysis</vt:lpstr>
      <vt:lpstr>Bivariate Analysis</vt:lpstr>
      <vt:lpstr>Multivariate Analysis</vt:lpstr>
      <vt:lpstr>Correlation Analysis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ameeshakaki2004@gmail.com</dc:creator>
  <cp:lastModifiedBy>ameeshakaki2004@gmail.com</cp:lastModifiedBy>
  <cp:revision>1</cp:revision>
  <dcterms:created xsi:type="dcterms:W3CDTF">2026-06-02T19:05:36Z</dcterms:created>
  <dcterms:modified xsi:type="dcterms:W3CDTF">2026-06-03T10:42:20Z</dcterms:modified>
</cp:coreProperties>
</file>